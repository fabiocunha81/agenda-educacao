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8c53d49a6549a8" /><Relationship Type="http://schemas.openxmlformats.org/officeDocument/2006/relationships/extended-properties" Target="/docProps/app.xml" Id="R2260da4efd194bb0" /><Relationship Type="http://schemas.openxmlformats.org/officeDocument/2006/relationships/officeDocument" Target="/ppt/presentation.xml" Id="Rbe18b625572b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b69f61c4c4dcf"/>
  </p:sldMasterIdLst>
  <p:notesMasterIdLst>
    <p:notesMasterId xmlns:r="http://schemas.openxmlformats.org/officeDocument/2006/relationships" r:id="R6ca0c9900ad9497b"/>
  </p:notesMasterIdLst>
  <p:sldIdLst>
    <p:sldId xmlns:r="http://schemas.openxmlformats.org/officeDocument/2006/relationships" id="256" r:id="R46dff5a42b1340df"/>
    <p:sldId xmlns:r="http://schemas.openxmlformats.org/officeDocument/2006/relationships" id="257" r:id="R8a307e3c79af4678"/>
    <p:sldId xmlns:r="http://schemas.openxmlformats.org/officeDocument/2006/relationships" id="258" r:id="R83af3e0d9c0f4219"/>
    <p:sldId xmlns:r="http://schemas.openxmlformats.org/officeDocument/2006/relationships" id="259" r:id="R6ca6c4012f4a46ee"/>
    <p:sldId xmlns:r="http://schemas.openxmlformats.org/officeDocument/2006/relationships" id="260" r:id="R3e31edf77af34bd7"/>
    <p:sldId xmlns:r="http://schemas.openxmlformats.org/officeDocument/2006/relationships" id="261" r:id="R92901f34863d453a"/>
    <p:sldId xmlns:r="http://schemas.openxmlformats.org/officeDocument/2006/relationships" id="262" r:id="R0d72cb61ca774dab"/>
    <p:sldId xmlns:r="http://schemas.openxmlformats.org/officeDocument/2006/relationships" id="263" r:id="R30e2df13a5114968"/>
    <p:sldId xmlns:r="http://schemas.openxmlformats.org/officeDocument/2006/relationships" id="264" r:id="R8bdccdbc24bc4817"/>
    <p:sldId xmlns:r="http://schemas.openxmlformats.org/officeDocument/2006/relationships" id="265" r:id="Rebeb3f1fe37f41bc"/>
    <p:sldId xmlns:r="http://schemas.openxmlformats.org/officeDocument/2006/relationships" id="266" r:id="R2d24601ab7af4c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a257e296ee4107" /><Relationship Type="http://schemas.openxmlformats.org/officeDocument/2006/relationships/slideMaster" Target="/ppt/slideMasters/slideMaster1.xml" Id="Rc88b69f61c4c4dcf" /><Relationship Type="http://schemas.openxmlformats.org/officeDocument/2006/relationships/notesMaster" Target="/ppt/notesMasters/notesMaster1.xml" Id="R6ca0c9900ad9497b" /><Relationship Type="http://schemas.openxmlformats.org/officeDocument/2006/relationships/presProps" Target="/ppt/presProps.xml" Id="R7d3260d3588a4a9b" /><Relationship Type="http://schemas.openxmlformats.org/officeDocument/2006/relationships/viewProps" Target="/ppt/viewProps.xml" Id="R55f57d16d8c44813" /><Relationship Type="http://schemas.openxmlformats.org/officeDocument/2006/relationships/tableStyles" Target="/ppt/tableStyles.xml" Id="Rd798d0b9a5484092" /><Relationship Type="http://schemas.openxmlformats.org/officeDocument/2006/relationships/slide" Target="/ppt/slides/slide1.xml" Id="R46dff5a42b1340df" /><Relationship Type="http://schemas.openxmlformats.org/officeDocument/2006/relationships/slide" Target="/ppt/slides/slide2.xml" Id="R8a307e3c79af4678" /><Relationship Type="http://schemas.openxmlformats.org/officeDocument/2006/relationships/slide" Target="/ppt/slides/slide3.xml" Id="R83af3e0d9c0f4219" /><Relationship Type="http://schemas.openxmlformats.org/officeDocument/2006/relationships/slide" Target="/ppt/slides/slide4.xml" Id="R6ca6c4012f4a46ee" /><Relationship Type="http://schemas.openxmlformats.org/officeDocument/2006/relationships/slide" Target="/ppt/slides/slide5.xml" Id="R3e31edf77af34bd7" /><Relationship Type="http://schemas.openxmlformats.org/officeDocument/2006/relationships/slide" Target="/ppt/slides/slide6.xml" Id="R92901f34863d453a" /><Relationship Type="http://schemas.openxmlformats.org/officeDocument/2006/relationships/slide" Target="/ppt/slides/slide7.xml" Id="R0d72cb61ca774dab" /><Relationship Type="http://schemas.openxmlformats.org/officeDocument/2006/relationships/slide" Target="/ppt/slides/slide8.xml" Id="R30e2df13a5114968" /><Relationship Type="http://schemas.openxmlformats.org/officeDocument/2006/relationships/slide" Target="/ppt/slides/slide9.xml" Id="R8bdccdbc24bc4817" /><Relationship Type="http://schemas.openxmlformats.org/officeDocument/2006/relationships/slide" Target="/ppt/slides/slide10.xml" Id="Rebeb3f1fe37f41bc" /><Relationship Type="http://schemas.openxmlformats.org/officeDocument/2006/relationships/slide" Target="/ppt/slides/slide11.xml" Id="R2d24601ab7af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db89d33a83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ce03d1aecf468a" /><Relationship Type="http://schemas.openxmlformats.org/officeDocument/2006/relationships/notesMaster" Target="/ppt/notesMasters/notesMaster1.xml" Id="R6353532c526e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6edcd1fed4836" /><Relationship Type="http://schemas.openxmlformats.org/officeDocument/2006/relationships/notesMaster" Target="/ppt/notesMasters/notesMaster1.xml" Id="R8d96784c23e74c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bdf8dd2fe9427a" /><Relationship Type="http://schemas.openxmlformats.org/officeDocument/2006/relationships/notesMaster" Target="/ppt/notesMasters/notesMaster1.xml" Id="R5186d63a85e8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9c949886a845d2" /><Relationship Type="http://schemas.openxmlformats.org/officeDocument/2006/relationships/notesMaster" Target="/ppt/notesMasters/notesMaster1.xml" Id="R7fc261fabb0d45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ed021385945d5" /><Relationship Type="http://schemas.openxmlformats.org/officeDocument/2006/relationships/notesMaster" Target="/ppt/notesMasters/notesMaster1.xml" Id="R1ef6f8aec92a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d78dec7ca4342" /><Relationship Type="http://schemas.openxmlformats.org/officeDocument/2006/relationships/notesMaster" Target="/ppt/notesMasters/notesMaster1.xml" Id="Ra498bca6f590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d18e3b4560446a" /><Relationship Type="http://schemas.openxmlformats.org/officeDocument/2006/relationships/notesMaster" Target="/ppt/notesMasters/notesMaster1.xml" Id="R762e2bc4018b4b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05783132e74b0f" /><Relationship Type="http://schemas.openxmlformats.org/officeDocument/2006/relationships/notesMaster" Target="/ppt/notesMasters/notesMaster1.xml" Id="Rd54db7dc78034b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479755c6240c2" /><Relationship Type="http://schemas.openxmlformats.org/officeDocument/2006/relationships/notesMaster" Target="/ppt/notesMasters/notesMaster1.xml" Id="Rb17499b38adf41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599c7c841e4c18" /><Relationship Type="http://schemas.openxmlformats.org/officeDocument/2006/relationships/notesMaster" Target="/ppt/notesMasters/notesMaster1.xml" Id="R82d00cdb8ec84b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6393fe87ef4a6c" /><Relationship Type="http://schemas.openxmlformats.org/officeDocument/2006/relationships/notesMaster" Target="/ppt/notesMasters/notesMaster1.xml" Id="R499b8bc0e01a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641e771f9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e7032931d44aa" /><Relationship Type="http://schemas.openxmlformats.org/officeDocument/2006/relationships/slideLayout" Target="/ppt/slideLayouts/slideLayout1.xml" Id="R8908eae78f42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8eae78f42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cb36d88c74e6c" /><Relationship Type="http://schemas.openxmlformats.org/officeDocument/2006/relationships/image" Target="/ppt/media/image.png" Id="Raafb9cdf84c34e43" /><Relationship Type="http://schemas.openxmlformats.org/officeDocument/2006/relationships/image" Target="/ppt/media/image.svg" Id="Rac368469f588459f" /><Relationship Type="http://schemas.openxmlformats.org/officeDocument/2006/relationships/image" Target="/ppt/media/image2.png" Id="R2b97776275264097" /><Relationship Type="http://schemas.openxmlformats.org/officeDocument/2006/relationships/image" Target="/ppt/media/image2.svg" Id="R3435cb48d03744e5" /><Relationship Type="http://schemas.openxmlformats.org/officeDocument/2006/relationships/image" Target="/ppt/media/image3.png" Id="R9b5eb2976ba843a2" /><Relationship Type="http://schemas.openxmlformats.org/officeDocument/2006/relationships/image" Target="/ppt/media/image3.svg" Id="Rebd32de8142b4740" /><Relationship Type="http://schemas.openxmlformats.org/officeDocument/2006/relationships/notesSlide" Target="/ppt/notesSlides/notesSlide1.xml" Id="Rda5d0f8d396c4f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5403987c94bda" /><Relationship Type="http://schemas.openxmlformats.org/officeDocument/2006/relationships/notesSlide" Target="/ppt/notesSlides/notesSlide2.xml" Id="Rd07518a940cf4f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2f7029c814f4a" /><Relationship Type="http://schemas.openxmlformats.org/officeDocument/2006/relationships/notesSlide" Target="/ppt/notesSlides/notesSlide3.xml" Id="R0a6743676634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f35a6b00c43d0" /><Relationship Type="http://schemas.openxmlformats.org/officeDocument/2006/relationships/image" Target="/ppt/media/image4.png" Id="R5fe0efaa6b374659" /><Relationship Type="http://schemas.openxmlformats.org/officeDocument/2006/relationships/image" Target="/ppt/media/image4.svg" Id="Rf986ab3b58f24118" /><Relationship Type="http://schemas.openxmlformats.org/officeDocument/2006/relationships/image" Target="/ppt/media/image5.png" Id="R8725261978904eff" /><Relationship Type="http://schemas.openxmlformats.org/officeDocument/2006/relationships/image" Target="/ppt/media/image5.svg" Id="R2b42573dff984c39" /><Relationship Type="http://schemas.openxmlformats.org/officeDocument/2006/relationships/image" Target="/ppt/media/image6.png" Id="R64830c3f88e04768" /><Relationship Type="http://schemas.openxmlformats.org/officeDocument/2006/relationships/image" Target="/ppt/media/image6.svg" Id="R83caabbce6bf4d78" /><Relationship Type="http://schemas.openxmlformats.org/officeDocument/2006/relationships/image" Target="/ppt/media/image7.png" Id="R3f1419432c034366" /><Relationship Type="http://schemas.openxmlformats.org/officeDocument/2006/relationships/image" Target="/ppt/media/image7.svg" Id="Rb13b78c5572c4269" /><Relationship Type="http://schemas.openxmlformats.org/officeDocument/2006/relationships/notesSlide" Target="/ppt/notesSlides/notesSlide4.xml" Id="R84a9064d57c748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0c1900ed042c0" /><Relationship Type="http://schemas.openxmlformats.org/officeDocument/2006/relationships/notesSlide" Target="/ppt/notesSlides/notesSlide5.xml" Id="Rd657cd25979c46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2cc50d614898" /><Relationship Type="http://schemas.openxmlformats.org/officeDocument/2006/relationships/notesSlide" Target="/ppt/notesSlides/notesSlide6.xml" Id="R102e81a5855d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0fac41967468f" /><Relationship Type="http://schemas.openxmlformats.org/officeDocument/2006/relationships/notesSlide" Target="/ppt/notesSlides/notesSlide7.xml" Id="Rc10ec32b91cd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7516d9e964fcd" /><Relationship Type="http://schemas.openxmlformats.org/officeDocument/2006/relationships/notesSlide" Target="/ppt/notesSlides/notesSlide8.xml" Id="Rf1a82e7d0c5346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8aa53e7ac4a0b" /><Relationship Type="http://schemas.openxmlformats.org/officeDocument/2006/relationships/notesSlide" Target="/ppt/notesSlides/notesSlide9.xml" Id="Ra1c47c2d550148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2cfece29498f" /><Relationship Type="http://schemas.openxmlformats.org/officeDocument/2006/relationships/image" Target="/ppt/media/image8.png" Id="R52b7d4910b8147be" /><Relationship Type="http://schemas.openxmlformats.org/officeDocument/2006/relationships/image" Target="/ppt/media/image8.svg" Id="Ree3ae265069b4ebd" /><Relationship Type="http://schemas.openxmlformats.org/officeDocument/2006/relationships/image" Target="/ppt/media/image9.png" Id="R9bf4073b6c904581" /><Relationship Type="http://schemas.openxmlformats.org/officeDocument/2006/relationships/image" Target="/ppt/media/image9.svg" Id="Reb69bc601cdb4893" /><Relationship Type="http://schemas.openxmlformats.org/officeDocument/2006/relationships/image" Target="/ppt/media/image10.png" Id="Rcef677c5cba14fcf" /><Relationship Type="http://schemas.openxmlformats.org/officeDocument/2006/relationships/image" Target="/ppt/media/image10.svg" Id="R390849be3347402c" /><Relationship Type="http://schemas.openxmlformats.org/officeDocument/2006/relationships/notesSlide" Target="/ppt/notesSlides/notesSlide10.xml" Id="Rd6e1c6fd7fdb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f783f2576446d" /><Relationship Type="http://schemas.openxmlformats.org/officeDocument/2006/relationships/image" Target="/ppt/media/image11.png" Id="Rb623f21808d54461" /><Relationship Type="http://schemas.openxmlformats.org/officeDocument/2006/relationships/image" Target="/ppt/media/image11.svg" Id="R0043f417769447ce" /><Relationship Type="http://schemas.openxmlformats.org/officeDocument/2006/relationships/image" Target="/ppt/media/image12.png" Id="R2a36089b30d2484d" /><Relationship Type="http://schemas.openxmlformats.org/officeDocument/2006/relationships/image" Target="/ppt/media/image12.svg" Id="R14d560dba8ba4b9e" /><Relationship Type="http://schemas.openxmlformats.org/officeDocument/2006/relationships/image" Target="/ppt/media/image13.png" Id="R89e5686c651b4708" /><Relationship Type="http://schemas.openxmlformats.org/officeDocument/2006/relationships/image" Target="/ppt/media/image13.svg" Id="R02e8603f17174fa4" /><Relationship Type="http://schemas.openxmlformats.org/officeDocument/2006/relationships/image" Target="/ppt/media/image14.png" Id="Rfca13f4c03004e44" /><Relationship Type="http://schemas.openxmlformats.org/officeDocument/2006/relationships/image" Target="/ppt/media/image14.svg" Id="Rb03e1b0f437d4b48" /><Relationship Type="http://schemas.openxmlformats.org/officeDocument/2006/relationships/image" Target="/ppt/media/image15.png" Id="Rfc2e6d9069ee43ee" /><Relationship Type="http://schemas.openxmlformats.org/officeDocument/2006/relationships/image" Target="/ppt/media/image15.svg" Id="Re4ad950ea5cd408f" /><Relationship Type="http://schemas.openxmlformats.org/officeDocument/2006/relationships/image" Target="/ppt/media/image16.png" Id="Rd8bf98bd6f734ae2" /><Relationship Type="http://schemas.openxmlformats.org/officeDocument/2006/relationships/image" Target="/ppt/media/image16.svg" Id="R7b9ed72634ea40f4" /><Relationship Type="http://schemas.openxmlformats.org/officeDocument/2006/relationships/notesSlide" Target="/ppt/notesSlides/notesSlide11.xml" Id="R43601b03da4640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2D1B1-A12B-4BE8-A2DB-12C12DE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A8AD-0447-4FCF-9FB7-19CBBFB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45646-6762-41A2-80BD-7ACC7A1D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C086C-1B4F-479D-BCCD-1E2C10F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F7549-483B-457C-9BB8-7332F0BC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99AA2-3CE8-477F-8EAB-B0178FA0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E3D85-B9B9-4D84-A326-157C371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B5B6E-E2EC-4881-8990-91ADB63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38F22-964F-45C1-A8C7-D254722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83999-9792-40C8-9177-6787A66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25FEB-ECAF-4F95-B84C-489F2D91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41516-1686-4694-89B1-E491C07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97939-CA7D-4981-A9A8-8A92E9E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563AF-F0AC-41F7-A405-AF6EE21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AE807-0DDE-4F40-A6F0-8247FE30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44EEB-5725-4484-A403-AAC6A0B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FA702-0F3B-4C48-8AB3-1FACBF6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C5557-B4D6-4327-8B56-651B1A5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56A7E-7C1D-400C-849C-F48AAF6A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11DA6-9600-4E34-B760-4F8AE25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ED29A-0D18-41D8-AC77-B755119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30A39-04A4-4798-ACAD-9448525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0F6DA-519C-4E3E-94FA-1DCB78F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0BF35-3CF5-4344-936C-EDCF4ADA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7A891-EED1-4B5D-B0BC-C3C6873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93417-8D87-4AB8-ABF4-DABA24A8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513FB-38EC-4748-903F-62D01B8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3828B-2C52-4EDE-87E2-04E1673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4D820-7589-44F2-89FC-5C0D2719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6E698-9450-4A95-AC80-478A6180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C2CFB-D8B8-456A-B8CA-90130FD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F7B2C-C44E-4E4C-96BE-9EE40CBF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69D1E-F91C-404E-97D7-DA5F5D9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C0E0E6-87FD-4128-8D9F-5CBE4FED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230F97-CE93-43C9-ABE3-B5F32732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0741D4-0C7F-4484-91EB-EC83F93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10810F-1C65-446A-AE6D-09315E5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Gestão integrada das ações educativas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FD5932-A965-479E-B7D2-6EC2072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Da solicitação pública ao relatório técnico, com pesquisa de satisfação e dados prontos para indicadores.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F1FF1-EEDD-4198-9ED2-8284164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3333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b9cdf84c34e43">
            <a:extLst>
              <a:ext uri="{96DAC541-7B7A-43D3-8B79-37D633B846F1}">
                <asvg:svgBlip xmlns:asvg="http://schemas.microsoft.com/office/drawing/2016/SVG/main" r:embed="Rac368469f58845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533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9CB7BB-2B39-4A3C-8626-324E562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14BD20-ED42-47C6-BD10-5D06561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Entrada pública padronizada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8E0F2-4F22-41AA-9689-1183F08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053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3333"/>
              </a:srgbClr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7776275264097">
            <a:extLst>
              <a:ext uri="{96DAC541-7B7A-43D3-8B79-37D633B846F1}">
                <asvg:svgBlip xmlns:asvg="http://schemas.microsoft.com/office/drawing/2016/SVG/main" r:embed="R3435cb48d03744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4533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0E3DD5-7562-4831-9EE9-E53FF37B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33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9FDD9F-6C41-4FE5-9CC9-254A12A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82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Etapas operacionais rastreáveis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9E40EC-DCD0-4361-8FFB-D6DBE8A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9525">
            <a:solidFill>
              <a:srgbClr val="D8E3EA">
                <a:alpha val="13333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eb2976ba843a2">
            <a:extLst>
              <a:ext uri="{96DAC541-7B7A-43D3-8B79-37D633B846F1}">
                <asvg:svgBlip xmlns:asvg="http://schemas.microsoft.com/office/drawing/2016/SVG/main" r:embed="Rebd32de8142b47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533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D032B2-0ED3-4EB9-9DF2-E33B6D5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360°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DB51E7-5568-4B0F-98CA-07ADAAB0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Gestão com resultado e feedback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0C8D4A-9107-47FD-9D0C-0B11278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E4A47D-2BB9-48CC-8E62-EBB3AEE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4033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7E9A0-8AB4-405D-B5E8-396463E4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6FCF3-95DC-4164-8215-0FF7A569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D16D3-8DC9-40BB-A090-7E980F8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F826E-8EFD-4012-ADFA-63BA5710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B5DF5-98FC-4F10-8B02-8464C9B6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101D0-DE16-4F4B-8D82-531D2783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B5F84-E5EC-48BF-8B56-2C55B6E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22A57-6B26-43E9-B2A2-D49A8E9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B8C37-3371-4A06-9904-E495DFB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6CF22-5DF8-4BF7-81A3-B4B84DD8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9B664-D4B1-4A34-93F8-71597D9A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3F423-D69A-46CF-B2AB-1979A412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C19C0-9D15-4231-9B07-F80FAC31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C8B92-B526-4ABC-8069-5DD33EC4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22FFA-9638-4AD6-9EF4-43005658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487C2-91C2-49B0-9C18-1AA9AB0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A5AEB-4C3B-4E14-92A0-63A2E5FE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7E172-9C8B-4854-96BC-B046BCF5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4E9ED-C1B5-4675-A7B1-C53FA407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F6B91-FA5D-4D5D-BAEA-F426ADD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FE0CF-DCB5-4C59-8448-2F8618C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16D5E-5BF1-4C52-BEF3-A0A0FDD8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FFF23-2A72-48BC-8F30-90F6790F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AAE9E-3FD2-4BA3-AECD-7DFDB7F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E2706-0FA3-4545-9498-233FF5D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E306B-3EB2-4A13-A0BE-3006FEE3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B3FB6-2788-4E54-911C-5DEA904C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C2F49F-2CF7-4AE6-91CC-DF9145A8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CEC1F-CA57-4774-9050-4A99B13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3E76D-1F3E-4C26-B1F3-AF794A8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CA7DC6-9853-43A5-B949-D16C6725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F0850-0D3E-4C0F-8B55-356FA2F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F0B4EC-E918-4259-A018-D24B7F58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2AD05C-5767-4A32-A311-2FB078D1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AF8BB-E3D2-4BAB-93E1-71B1E411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B6BB1F-CD93-4F19-9129-53DCA85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DESAFIO ATUAL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F09C02-559F-4482-B75E-2B9F8766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Quando o processo é disperso, a gestão perde velocidade.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7ACFC-528C-41A7-8A0C-4A5A507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Pedidos, decisões, escalas e resultados precisam viver no mesmo fluxo para evitar retrabalho e perda de histórico.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C3D356-6002-42E9-93AE-68E74FF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D57533-8E91-4AD7-8E81-C527B04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296D59-1017-41EE-B5E1-C18652D4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Solicitações por canais diferentes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3AFBF-772C-470D-8EE5-92289B5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equipe precisa consolidar dados antes de analisar a demanda.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33F80-93E9-4F8F-8C74-2DDFABBA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294788-CDF7-4958-BF8E-6B2164D6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B2CFAC-086D-454C-895F-5F6689C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Decisões sem trilha operacional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BECD50-63A0-4208-8650-4BD9E74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Aprovação, recusa e reagendamento podem ficar fora do histórico principal.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A9D7F-AEED-4FBE-9C8D-864D45F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66E030-7DBF-46EC-A4C9-15FD416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346E25-F4BB-40BA-9F72-6D60CD4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Indicadores incompletos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30160F-D029-4386-8F81-C89803B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Sem relatório e feedback padronizados, a melhoria contínua fica limitada.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0D957E-19ED-471F-BDA3-9723E68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3757EE-C77D-4F29-BC5D-5C0E8DC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3476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B46F4-AED4-45A8-A1DB-DE17CBC4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33DED-BF53-465C-8AC9-10D9D93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C00D5-24E9-43BD-B734-14871D5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3778C-3849-431F-A54D-3C795E68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994E2-72FA-4E56-A7C7-04923219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500D0-FC5D-46DD-A881-864ACEE9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19940-FBC4-4ACF-AB68-E5BB026B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2ADAE-7732-4D73-896A-03047A4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0907B-79C1-46B3-8E7D-70DB9193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09F8-AA90-4F98-AD5F-F75FF03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52FA9-5DDE-43D8-BB59-1E9B693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D5734-05F4-4FFA-9B8C-20DAEDC0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A93E2-9CA4-4733-BB8D-9A92AF73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FCEDB-A56C-4B27-A47C-51C0201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46D37-1FD2-4B3B-ACEE-D7B6F30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4097B-527E-4131-9385-ABE7ACC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DB3E0-523E-45F6-BD54-B6728F8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0AD61-A105-4058-BEC7-6544DA7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18935-64EB-4EDF-8ACC-709857E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CAAAB-05D4-419B-9952-56EE096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228ED-FDDE-40F5-B509-4B8D5829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B4A11-5116-4D0D-A67A-A5DA088E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28496-5AA6-4311-A505-4540D0DF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A57CD-A47E-49AE-8629-448DB259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10443-F6A2-4A6C-8B8C-375283D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ECD81-C729-4F8C-8EDF-07C4F99E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7504E-AA0A-430B-9DC9-69D0B9F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ABB49-674D-4D17-9B6A-EB13D515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3B575-D6D1-43D4-B38F-554F9F65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1F951-2F12-4BAF-B101-FD5FF56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03EE7D-7832-4ED2-B134-433EE6BA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E2E4FF-D236-432D-A3E9-5255A4CD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560C2-46CE-4933-AB79-746A07C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0DF57-0B47-40D1-AFD3-82A07C09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F868D-2921-4304-BDAA-FE7FDC33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3B6141-1772-4148-85E9-884DA5B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A9F4EE-84E2-458C-88E2-BD61344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Criar uma linha única entre pedido, execução e evidência.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3D04E9-98A2-47C7-9673-56519FFC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solução organiza o ciclo completo da ação educativa, reduzindo ruído administrativo e fortalecendo a tomada de decisão.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D67A32-DBAB-4BD3-AF09-B2BB2F9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809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B1F186-2657-41E7-8ECA-4DED4A98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Padronizar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699668-2DE8-48A8-BC00-BB8A29E8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o recebimento das solicitações públicas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FACF0D-C6B5-4D71-9A5F-D35AECB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09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58C37-6C64-4927-99DE-33761C7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Organizar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F80CC-D528-4915-B300-F131AC5B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agenda, equipes, recursos e materiais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CB7B64-711F-43C7-9409-FDC54E02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2809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0BD921-AFB8-4089-AFB1-432D5BB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136BD8-233E-4B9B-9E3E-982B337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resultados técnicos e satisfação dos participantes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A38350-EAE8-49E6-9349-CB0CA35E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60235D-FCAD-40C2-988F-B070209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494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E071F-A70A-445E-90E2-F73AD1CF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9772-B082-4456-98E2-C075684E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57462-2142-49FE-BE78-9A491AF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70D2E-E864-4A64-8066-1F45C75A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D42E6-1529-41ED-8247-96BE8E0B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CFCD5-AE5D-411E-85F2-253E7DE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1BD1D-C4FF-453D-82B9-CAF92410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27200-4B28-4B0A-A7B6-D8FF7C32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6BCD-F76E-48A2-96C4-AF5DA761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80021-7512-4BB7-88A2-CC0668CC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9AF52-B888-424C-B44F-967192B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7DABD-62FA-4248-AEB0-FB9F984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47824-B823-448E-9FA6-F427B7A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708C6-2D08-4F1F-9A90-3C29491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EF9DF-A8E8-4E5A-9BD4-C9DEB91C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BFAE7-6E55-4460-8B64-FFAC6714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B1509-7BE9-44BA-8D98-FA77A9F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6B4F1-93C2-4E12-B1DF-D796246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46414-4513-45F6-82D8-BCD58C1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64783-D0D4-4805-BD78-B5F6741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EAAD7-2E85-4CF8-942B-929A91A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3CB49-5A67-4DAE-8B0E-53826AD8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8A539-F2F3-4461-9CB5-B6E3B32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8A53D-5BC3-4DDE-9F51-FF0A90F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EA098-BFAC-4B2E-8E50-D1E3419F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7D2EFE-2CF4-43B5-B261-3E0E95EB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8C4CB-C28C-4674-AC93-F76C98F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71F16-FDC3-43B5-A2D8-05EA9FB2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87A01D-9CE5-48FA-BF15-FA928DA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35899-F055-4F11-AB77-27D1E8EE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5E4AA-8725-4387-A91B-33DA471D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4D072-A522-4473-96FB-B7D620EA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EDF73-0025-49B3-A779-E03021DA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61BF6-F89F-4A41-8285-58D756CB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B0AD13-4A13-4470-9CDD-F921723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F82373-8F0E-413D-B9F0-BE31C25C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USUÁRIOS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C84E5C-1FFE-4DA3-80D3-A851B1C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Cada perfil atua no mesmo processo, com responsabilidades claras.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F3981-719E-441B-9E95-6B1BB8E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plataforma conecta solicitantes, equipe administrativa, coordenação operacional e gestão.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0efaa6b374659">
            <a:extLst>
              <a:ext uri="{96DAC541-7B7A-43D3-8B79-37D633B846F1}">
                <asvg:svgBlip xmlns:asvg="http://schemas.microsoft.com/office/drawing/2016/SVG/main" r:embed="Rf986ab3b58f241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39C15C-E5BE-4DCC-8BD0-8D4D48A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Solicitante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6A747-D541-4335-8419-F4FEA13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Registra a demanda pelo link público.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5261978904eff">
            <a:extLst>
              <a:ext uri="{96DAC541-7B7A-43D3-8B79-37D633B846F1}">
                <asvg:svgBlip xmlns:asvg="http://schemas.microsoft.com/office/drawing/2016/SVG/main" r:embed="R2b42573dff984c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38625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CA2939-F448-480C-B2C6-39D0AFA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05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Administrativo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60E563-A524-447F-A129-4350A3D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243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Analisa status e datas possíveis.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30c3f88e04768">
            <a:extLst>
              <a:ext uri="{96DAC541-7B7A-43D3-8B79-37D633B846F1}">
                <asvg:svgBlip xmlns:asvg="http://schemas.microsoft.com/office/drawing/2016/SVG/main" r:embed="R83caabbce6bf4d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56B5B7-7D90-4AA7-91FE-9F2AF16B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38C532-5B9D-4174-B8DB-9FEC774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Monta escala, recursos e execução.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419432c034366">
            <a:extLst>
              <a:ext uri="{96DAC541-7B7A-43D3-8B79-37D633B846F1}">
                <asvg:svgBlip xmlns:asvg="http://schemas.microsoft.com/office/drawing/2016/SVG/main" r:embed="Rb13b78c5572c42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67875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FD9D33-16AC-4C5F-9582-C9C6460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05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Gestão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7AE491-ACFD-463C-BE99-91B7A454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243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Acompanha indicadores e feedback.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31D0B6-9946-461C-AAFC-8587E997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17677B-9B2F-4F02-8FAD-4518CFC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15089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C0A21-9C7F-4EA8-B31C-70CBE01C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1D41A-6C65-4FB0-AD47-119D30E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8D40E-5F62-4A3D-8542-A7B1A42D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A28E0-348B-4E92-AEE3-94640063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D6D9A-671D-43E3-948A-6BE45592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171FA-0973-469F-BAA5-3759CD8E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547F-A790-4D03-ACBD-AA9BB907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7B0BB-A039-40B1-B2C3-F9E0D8F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82CA5-D65E-46DA-8765-927A534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E8BD0-3C16-42D8-8222-1066E6E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1E80-D894-47F0-BD2B-8B48DD98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04AD3-6F7C-42BE-9436-50379DF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EC8FC-70D3-4248-9ECF-1AD5DC1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0451C-2A0C-4EEB-93A6-B747694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8BA5E-A922-4AC6-BF6A-077E05A6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27DEC-BC8B-438E-9137-4B9ADC35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69D77-1FC9-430A-A714-4174C329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6D82C-14F2-472F-9D12-3DDDC7E9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3C787-D6A9-4D36-B7AD-078B134A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C1DCE-C1A8-4848-A0A7-098662F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0EBF7-CED4-4755-852D-C7410B63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5F9AB-176B-4A5F-AFE7-25A8AE3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CDEA2-CBFD-4C34-8488-E90FD345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37474-9522-4887-A5B0-3BEF35D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D3AAD-754B-4ABB-96CA-A125AE13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194DAB-2D35-498B-A94F-A37214C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DC66D-800A-4ABC-9026-1B28085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EC227-B765-45C3-A284-BCEB20B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AA9A1-304D-4AFA-9C8C-F6AE2764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64CA7-5EEA-4173-96DE-62B5CAC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3543CA-B05E-4BE2-8014-BAC6DA61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D80C9-6D92-4DF1-B764-D45149D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29D53-98C0-40E0-AFE8-C052224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365CB0-0E82-431C-A5D9-29627ED2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996BD-CB5D-4FE2-81D0-355744B0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A15AB3-EA56-4F56-A8CF-A29D9396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ENTRADA PÚBLICA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B52323-E4DE-49E1-BF1B-5F07730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solicitação começa em um link padronizado.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AF459-7ADE-4B2B-9F61-FE8229FB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Instituições ou responsáveis registram a demanda com os dados mínimos para análise administrativa.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68814F-5DBC-456C-ACCE-40ABD11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EB477-0108-4F7F-8D75-812E8EC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20F2F-93B0-4651-B45C-D5CA1668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da instituição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D011C0-5FBA-4643-93E1-1716EF8B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Nome, responsável, contato e identificação da origem do pedido.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E0A5F0-7073-4FF9-9CF0-7D2FC1C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161ECD-8829-4EA9-8651-D628A11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052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F1219D-C7F6-40C5-922B-10075F3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da 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078FAB-F0FC-4718-8357-F06706C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243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Tema, público previsto, local, datas desejadas e necessidades operacionais.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E6B3A-FE29-4607-B91F-10438526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7A0CD8-27BA-432D-BFEE-5576F6A5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B762BA-A20E-4B95-8D37-288EBBB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Protocolo rastreável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0457B7-4ACB-45A1-8E2C-CAB2DCC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solicitação entra no sistema com histórico e status acompanhável.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CCD1A5-B8E1-485F-88EC-41C0BC8D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E6D4CF-4018-42D6-94F5-FDA0748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9627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82C77-332C-4E35-ABFB-1E0D2C68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CA15C-F2D3-428B-893B-9707368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C115D-F436-4CF2-AE49-53FDDC85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A9FB8-CA15-490E-856C-B051EAC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24326-C9BD-414C-8265-D32066E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76040-18F3-4855-BFE5-0D1FD76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6EBF8-3543-4D07-9BA8-5243F757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48879-B7AA-4142-ACA3-3FF72B1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48D92-FC77-4B35-B6E2-61030E2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FE20D-5547-4348-BE6E-5E892662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E02DD-2FD4-4401-B706-0BE95F8E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64F87-5C25-423A-8560-1C96E7D4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4E03C-2901-4BB4-B78F-B70CC30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6A9A1-DC2B-4FD7-B9B1-68AB879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88839-950D-45DF-9874-6AA96EB2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45E86-03B3-431A-9760-14751443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DD75F-6B38-4441-8339-C922625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5AC25-1AA6-4BAA-BC18-3A87958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BA096-EFA6-428E-99BD-07C82DAA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7C8C3-F24C-42B8-A757-1A2D318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616CF-F3A5-49A7-B9D6-85A1CA9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D8AED-2B2C-4B14-9449-7847DB4D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F6647-D47A-4C98-9BD0-959B3DD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D84A4-832D-4094-A645-4E64E84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35EC5-9752-4C78-8DFC-0DDF5C8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AF9B0-1302-45F1-BF4F-8D94B73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A6502-4070-4C22-9753-4E5A59BE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E335B-4CBA-473F-9762-BDC66C5F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55B09-0FC4-42F6-B811-8E9EA06F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FCC10-4F31-412B-9101-1413187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26680-3169-4F35-9E9D-AB2A95A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922ADA-A85F-4E9E-A4D6-0C20FDC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170FA-2BAA-49E1-81C4-492F1F6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EF18C3-7016-4F43-8C56-5A0C0D37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8329F4-CF3E-468D-A2EF-FF1047FE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49DEC5-A777-4ADA-AAD7-F5B0322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ANÁLISE ADMINISTRATIVA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EFC5CA-778D-4422-9B5F-938CF01F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decisão fica registrada antes de virar agenda.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0B44DF-B992-4038-8444-27FD8E03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equipe avalia aprovação, recusa, reagendamento ou necessidade de novas datas.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FDE332-1136-4004-AF3C-6DE40D5A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BF4766-9B3F-486C-AB52-1125D51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Aprovar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8EFA32-D466-4216-9D97-BA3389C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489DAF-294F-4153-86C6-CF731AE1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48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Recusar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8C4B92-9F8A-45AC-B20F-E7BF3F29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9B155-24E5-4EDE-BA81-20308A7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Reagendar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926FEE-76E7-4E5E-8BB6-DAEB59F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EB1362-6834-4406-A065-3D058DA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Solicitar nova data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8F6FC-5E0A-4FAB-A00C-ADAE1C8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Resultado: a decisão administrativa alimenta a agenda sem perder justificativa, data e responsável.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89276B-4DA4-4AF3-B532-F49D78E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6F0162-2726-4EBA-963C-0A8428A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1700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38BF8-B71E-4DDA-A98C-B15C4A7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43815-EDF5-4E47-B231-6AFA347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BAAE3-8489-41B0-9E5D-D126041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EB24-AC98-41B6-81D6-56BD39D0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0BBA-B36D-4B5D-9F01-15C87AFC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9E866-5483-47BF-87A8-EF87CA7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E1B4-49BC-4691-AB6B-33367380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3502E-543A-4905-90BC-E152B26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80111-EC52-4E44-8DDE-CAC1DD6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24C44-88EE-41B6-B95A-AE3903C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85BEC-1099-4573-BE61-27E1FA8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C2E0B-0CA3-405D-B432-75E3A64B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858E2-BD9E-474B-91FB-944B7464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827D2-6F68-4C4B-BAAF-A9B73D5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2CCAD-21DB-4A85-8B49-0A2A3C8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6E82A-BC64-4203-9C0D-2451561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701CA-9152-4ECA-9065-0F62B480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42830-B9C9-41C3-B853-2A071ADE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E9874-7841-4A7E-BDD1-1A99E8D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77030-DC7A-4807-A37C-2E6B5E40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C6088-DF9D-428B-A782-D86C682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B7F06-5263-4C4B-89AB-4C974C0E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81281-E701-4A0E-BA14-CEBF9F65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3BCE8-2E8E-4B38-A491-9E04AF5E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5D881-7780-49EA-B6D0-02CEAAD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DC735-84CF-4DA3-9344-6772D8E2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69CFC-A3DD-461A-B249-22146DC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E8CB7-06C6-4046-A9D2-3BC8D21B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3840F-8314-459E-8BFF-8DC4D24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B5CDC4-FF6F-4997-9E4D-F939C2D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2F587E-E9B7-4423-995A-5F5D38D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A1187-7719-442E-9CBF-865E9A6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960EE9-0114-4D85-98C3-124C0C75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A2C12-51BB-4985-814D-91FC056B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076C39-073E-4A7D-AAA5-5FAFC01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157112-D499-451C-8698-734BACD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AGENDA OPERACIONAL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3000DD-EC0A-40A4-8E0D-EED8BA39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pedido aprovado vira escala de trabalho.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DE4E6-9835-4C5A-B998-B8C3FE3D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agenda reúne equipe, chefia, agentes, recursos e materiais para orientar a execução da ação educativa.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1AFC19-E2C3-40DB-BE59-BAF4126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B938A0-DDE4-4238-96AA-46EA3FA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Equipe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0F4AEA-B7CE-4274-B244-9289168A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95750"/>
            <a:ext cx="1685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responsáveis e agentes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C4B65D-ABFE-4B8F-A9BD-6D9EBB2C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586D20-68D6-43A5-B8DC-FC9CEFB7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Recursos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E6D30C-7FF1-49A8-8092-C1B9E241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95750"/>
            <a:ext cx="1685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materiais e logística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8ED57E-7421-41FD-BBCA-80543DD8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38500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F53312-D924-4584-85C5-E33F4CEA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95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e local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061131-2DA9-44AF-BCAC-548B5D1D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95750"/>
            <a:ext cx="1685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agenda consolidada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A87C91-0061-46CA-9885-F29966BE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4F6239-691B-4AB5-A5EB-6B13CD7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143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Chefia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CA719B-CACB-4BE0-950A-08701AF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95750"/>
            <a:ext cx="16859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validação operacional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66EE26-1012-4387-A7C9-AA74CBEB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AC7C46-90D6-49D7-9DA8-80F161DF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33343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61AEB-FE85-4D9F-BB57-BCB44131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AA390-FCE9-4532-BE0A-F136144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AF671-1619-4A47-9F5F-85C332F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762FD-E4F9-48DA-BB32-063408C1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F48DD-2954-4A48-8312-9026AD6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2FE25-0E81-4A15-A6DF-F68851F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2B4D3-D966-433F-895F-3F747747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FFD8-62D4-43F0-8716-775C5011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255FE-1B52-4DCC-B515-C56CEF84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C085E-6C2D-4D8B-A558-12ABC57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64882-483F-4B57-AAF3-851B9AA6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8E037-06E0-4F77-ADEA-732E109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A260F-6BE9-4579-BB6E-F0DFD557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619CB-F811-4102-A5C8-E2E17D85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C9E64-037E-45CD-92D2-364E4D25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2AC4B-E3FC-4FEF-9563-6C0D414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0F0D5-F197-4D42-AA6B-0EEE0CF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E051D-30FF-41B1-B751-5D7F4B3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9DB26-CB54-4BF5-B993-DB8CACF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514C9-86B5-4FBB-90D9-4AF110B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BA732-78D8-484C-B8A0-704AD23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4A3A5-99AF-4D9F-BF6A-D370068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29DA2-6801-4E91-80C8-448D25E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26522-145D-4745-B78A-F9C7D0FA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E1747-5841-44AA-93D7-FD57F084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652D3-BB75-4F65-999E-1A4A9F2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068A0-1B85-4DF3-811B-D9790CD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5FCCE-C426-4F7A-8C0E-8A77F5C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B973F-D0A0-41D2-97F3-0A6584D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3A254-2986-4A54-B393-26F1F32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ED450-5A69-41FD-A833-808D9BA3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553AE-5A79-477A-9952-FAFAEB7A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95AE0B-073C-4A5D-A175-7F42DC6E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5EDAB9-D49C-455F-BD42-14781BC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B21FA-DA5B-480F-ADDD-85F3F08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96A202-112C-4C54-A31F-2317B11A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EXECUÇÃO DA AÇÃO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B93F3-98E6-41C6-8F74-A8D4024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atividade acontece com base em informações consolidadas.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CB853A-ACB6-49DB-BF7A-C5F6E098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escala operacional reduz improviso e melhora o registro do que foi realizado em campo.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C8569-179D-487C-9311-36978450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7083BF-12A7-4C5F-B168-AB74F4C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7E69B2-7383-4E42-8136-646DFD8E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76D411-CC79-479B-9769-A6D4A1F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623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Equipe, local, recursos e materiais já definidos na agenda operacional.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91B463-EC57-4881-BC6B-1245626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EF9EB6-E499-4413-B644-1CE6385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3F114A-2F26-49F2-AEC0-8AE0BC9C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Durante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AAAE4E-2D8B-4CB8-A0EE-9B6DB23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A ação educativa é conduzida com referência ao pedido aprovado.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FE88BF-81C1-430C-984E-FE58F38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C2DE54-E75A-4517-976F-E9C7925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577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E4ED48-CCDB-4FC7-9B17-16330562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Depois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4C928E-6F58-4126-AD82-B2083F4C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7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Os dados reais da atividade alimentam o relatório técnico.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FC90AB-CF9D-48D8-BA1E-5EF9E02B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7853AF-52D7-4CB0-9318-BF1A126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4590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6A01C-79EE-472B-AA26-3439C11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DF47-4266-46B9-83CD-F87D89D4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64C86-AE71-48C8-9FF8-B03E07CC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160A-757B-43B0-833F-385ABD9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1775E-D7D4-44FB-AE8F-05E8023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A56D5-C33B-4442-B0B6-DC46E15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192DF-EBB4-4D4B-9D8A-88D7CEB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D48B4-D544-4E5A-B15C-FB63ACA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A115D-A748-41C3-BAB4-0D622EF8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053E0-18F3-4276-830C-8E0A4EA4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80749-C18F-4B99-A3CF-EBDB478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C5012-95A3-4699-99E2-69D386AB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874B4-B2D9-4C21-B9FE-A2BCFE8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9AF46-526D-45DA-A76E-79AE4EE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F7F35-9A66-4AAE-B8FB-9852A52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EB422-DFEC-45C9-868C-16883E48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70BDA-6CE4-4DE9-B6D3-C02DBC6C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EFC50-6CE7-4C51-B169-2D2B3C7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03C50-14AD-4E05-8937-F11BCD78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E2E85-12B4-40A3-BCE3-55DD332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C2D99-E0B5-4096-8E03-2F7F654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D99EF-5C69-4E8E-92F8-08AD229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79C1C-FA3A-4CB1-A0C6-C1E42F2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57112-6BCA-452E-AF35-361E78CA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323EE-E311-4E09-9667-F1C4221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55071-DB1A-4896-8D4B-A8E6072D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5434E-7C66-4937-BCA3-781300AB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8C205-0E9C-424E-AC06-929BD21F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0E96D-6162-4D16-B2F5-B7EC2382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DB921-8535-4FB5-AECC-F0853008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8549AA-8242-4036-ADF3-1CBE1D5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F91A3-E49A-4306-A6ED-8830B4EE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8A443-DBB3-46D6-8960-BFEEC17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02523-EBC5-4EED-A892-ED80784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87C6AA-E8CF-49D9-A7FC-303A700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4F15FC-04A5-4C20-9086-052717ED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098669-67B6-484E-A8C0-1A1B5572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registro técnico transforma a ação em evidência.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28C1E2-DF67-47D3-869D-2022AF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Quantitativos, ocorrências, materiais utilizados e resultados passam a compor uma base confiável de indicadores.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32A5F6-3EF6-49B6-9533-1FBAE64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F62EE-67E9-483B-AD15-8F7F3BA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Quantitativos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058490-2A3E-43D7-ABC4-FD71D08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participantes e público atendido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DE1A82-E7FB-4153-82B9-C1372CC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D0C000-7E03-4617-BF03-1A165AB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Ocorrências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124F81-A2EF-4308-A3BE-B94F719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registros relevantes da execução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C855B9-88C7-41D0-A656-314AA9E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DEE4C5-A434-42A7-AE27-6FFACCD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Materiais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F2CEC5-05B6-49F8-985D-1E50959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recursos utilizados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F5AFAA-42C1-4396-811A-D6C56D6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B2D93C-CA50-4E39-94D3-D986410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C0982C-8491-4A7D-A737-CEC4D1D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3EA"/>
                </a:solidFill>
                <a:latin typeface="Aptos"/>
                <a:ea typeface="Aptos"/>
                <a:cs typeface="Aptos"/>
              </a:rPr>
              <a:t>insumos para indicadores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1E207-4DE4-4027-9A0D-AD9C136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230AE6-B856-4C4D-B213-82E1978E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65452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CAE25-113D-424E-8EEB-24C44D1F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3A53-79D2-46BD-8783-0CDD4C5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2235F-1865-44DE-A80C-F4C0E3A7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0C7D0-D62F-4422-8292-948620BB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8E8F2-CB16-407E-8D14-741C277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2C492-9D59-43B1-9526-4D117A72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3D27B-4AF1-4851-8E19-00F5C58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2515A-2BD6-4758-B11E-4E8E4F4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B9915-C46E-40F7-AD94-1DC59DC1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8E708-8B46-4ED7-869C-BF532DB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2FF17-8EF6-49D8-AF67-DA87A4C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ADDD9-6477-4791-9EA7-B8B2B71D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F535D-1EE1-4BDC-831A-48433A3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B78A-EE0E-4EE9-8C4B-3CFE577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55988-9231-482C-A578-1989BF9F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098B6-3B6F-4ED5-A807-2772C0A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2C60A-E273-47B7-B820-F8947C06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C1252-7FBC-4E95-8061-CA6184F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8F222-CAE9-497B-BB47-1BDE4CCE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C9995-EF59-4509-BAC5-C051141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D5757-E79A-4369-8CF9-362DB76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44165-CB05-4BDD-982A-B775564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C62B1-8A65-43C8-9DBA-51871DE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7D912-FC21-4989-B47C-82AA0E9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D39C6-B4D4-4F2C-9420-2D7B845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B774B-8E84-4B6B-B665-09CCA80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B6B5B-8D12-415B-A9BB-40138FD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53CFD-34A7-4D61-ADCC-03C0C7F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5F0D0-604E-4153-BE00-E51BA36D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B628C-50FE-4FDC-A3ED-AA5A4545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D99B4-E413-4111-BB29-BDDE611C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C40DD1-93DB-4825-9018-B123174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253EA-DD67-4C46-8F0B-041D033B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356F7-D0AE-4AE1-8758-DF56850E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26D8D-4D29-4A3C-AC78-6E2603F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90D2B9-BC35-4E4B-96C8-7BF02F8A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PESQUISA DE SATISFAÇÃO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A0FEE-A4A4-40CF-8B39-B13D509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Depois do relatório, o formulário fecha o ciclo com feedback.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4A5BAF-D45D-4EA7-A1E6-7891B0D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pesquisa de satisfação permite ouvir participantes e transformar percepção em melhoria contínua.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700504-E93B-4D69-BB66-3767A239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276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7d4910b8147be">
            <a:extLst>
              <a:ext uri="{96DAC541-7B7A-43D3-8B79-37D633B846F1}">
                <asvg:svgBlip xmlns:asvg="http://schemas.microsoft.com/office/drawing/2016/SVG/main" r:embed="Ree3ae265069b4e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66950" y="3476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3BF2DC-C3C7-4CCE-9BD0-0A49CB35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433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Envio do formulário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3C97DF-F877-4823-BF33-BEC82F9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6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F2C14E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4073b6c904581">
            <a:extLst>
              <a:ext uri="{96DAC541-7B7A-43D3-8B79-37D633B846F1}">
                <asvg:svgBlip xmlns:asvg="http://schemas.microsoft.com/office/drawing/2016/SVG/main" r:embed="Reb69bc601cdb48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67400" y="3476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8D35FA-96D2-4C2B-ABBD-F43E889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433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Coleta de respostas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6F0ED5-E41A-402C-934A-C610C8A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43250"/>
            <a:ext cx="276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19050">
            <a:solidFill>
              <a:srgbClr val="21A0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677c5cba14fcf">
            <a:extLst>
              <a:ext uri="{96DAC541-7B7A-43D3-8B79-37D633B846F1}">
                <asvg:svgBlip xmlns:asvg="http://schemas.microsoft.com/office/drawing/2016/SVG/main" r:embed="R390849be334740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86900" y="34766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723823-EF08-460D-ACF1-D9DACB8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433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Melhoria contínua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4B5702-96DF-403D-B487-AE90171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D56658-4611-4C01-A7FB-3E88A6F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43496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B9132-666C-4FF2-A113-C3D44789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744B-18E7-48C0-A3D2-1964FF44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7DF6-C741-4E08-9201-D69D1851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2F3B4-D974-44D3-9404-B866881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08315-EFDB-4719-8336-1E9891AD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39C52-0692-4471-97A3-9560E4F5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7F12E-D735-4ED4-864E-C0D8114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C55CE-6FEC-45C7-857F-C708CF4A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E6A37-8D75-4033-A7C2-9F2EB4A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C1D47-1424-4F21-A8B9-ECA941BF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8C623-83C6-4679-9780-6CE3C36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D0775-5AA6-45E1-AB71-29B2B58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D9EEE-42E0-4687-A850-3EF80D8D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70CF8-071A-49CA-ABDE-B79E6BC1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60C1C-25BD-453D-879D-9C6BE215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9FC02-88A5-453B-80E0-4E7FC032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77EE6-1783-4111-BA21-D8055B9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9610-273B-41C7-B13A-C4A0D745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054BA-112B-44F7-8479-43690133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DD0ED-0898-4ED4-B3B2-62B0814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F640F-97A4-4619-9656-B90CC10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ADF10-2C38-4EF3-91AD-F676DEA4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2D0C8-A4A6-4C7D-AAF6-C95EA1F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E63B0-E879-4C9A-BD89-B663180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45A07F-00D3-4AF0-8CB6-C39F033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65507-4633-4449-BAE7-E033E448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73B3A-9EB0-4C03-87A3-9F206A3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D42FE-3756-46C7-8A42-CF953AF6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B1854-D4EF-448E-8A3C-5136FF1E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45784-A399-47CE-8BFB-63AB400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2BD39-81B2-4683-AE50-9158432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477AD-582A-463A-A839-E02853B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121883-F40D-48C2-AD25-31029A9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91A63-BEF9-4166-84F3-D90DE36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2DD2F-7EEF-4AEA-8044-F4735F7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549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FE875-EAD2-4F26-9E43-3175EBE5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FLUXO DA SOLUÇÃO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706E2-D216-43B6-B288-40235A04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fluxo integra pedido, agenda, relatório e pesquisa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9423E5-E845-4AFD-8C81-AC629020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aplicação liga a entrada pública da solicitação à decisão administrativa, à escala operacional, ao registro técnico dos resultados e ao envio da pesquisa de satisfação.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1887EB-F659-4CF4-9B7C-FDD124B6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AA49EC-9B30-4402-BC4A-2CA1A41C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1B1BCA-F94B-4F2F-81C8-0B6B9E4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FEA274-E88A-4F22-9A80-ECF47716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185247-7CE9-4DBC-822E-DE0005EF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3f21808d54461">
            <a:extLst>
              <a:ext uri="{96DAC541-7B7A-43D3-8B79-37D633B846F1}">
                <asvg:svgBlip xmlns:asvg="http://schemas.microsoft.com/office/drawing/2016/SVG/main" r:embed="R0043f417769447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430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3B4A1-EE79-4132-9D02-E931398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Solicitação pública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27E0CF-CE06-48C1-96E1-62163D4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Instituições ou responsáveis registram pedidos por meio de um link público.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798FC5-1240-4170-AE79-6961A6D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847B1A-9554-4695-98E3-0C417D7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34DC06-2CBB-4BA8-A8C1-DD484C32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35DA2D-7075-4C34-BD8F-25832AA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6089b30d2484d">
            <a:extLst>
              <a:ext uri="{96DAC541-7B7A-43D3-8B79-37D633B846F1}">
                <asvg:svgBlip xmlns:asvg="http://schemas.microsoft.com/office/drawing/2016/SVG/main" r:embed="R14d560dba8ba4b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89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4A1768-0034-46EF-ABD1-EC33BE3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Análise administrativa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3EB870-D2F6-4D4D-8EAF-CCE7FE78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equipe avalia aprovação, recusa, reagendamento ou novas datas.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96A2A6-B6C3-4414-B54B-F0085C9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1A2D2B-2BC4-4AD9-9A07-EED94D9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FF1FC0-EE82-4A26-B519-EFD528AD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78FA14-2470-44B7-B8E0-3973976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5686c651b4708">
            <a:extLst>
              <a:ext uri="{96DAC541-7B7A-43D3-8B79-37D633B846F1}">
                <asvg:svgBlip xmlns:asvg="http://schemas.microsoft.com/office/drawing/2016/SVG/main" r:embed="R02e8603f17174f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149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F76636-53F2-4C5F-926C-418691B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Agenda operacional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D05223-012C-4567-B8FD-AD693D81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 pedido aprovado recebe equipe, chefia, agentes, recursos e materiais.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16E712-EB96-4708-8E97-3CF4CDA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B18F74-1B29-4FFC-B5F2-7DB8A28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0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FD2FAB-63EE-43BB-8B1B-B08028D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21A0A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5D13EB-79F2-47EF-8D00-89CBF34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13f4c03004e44">
            <a:extLst>
              <a:ext uri="{96DAC541-7B7A-43D3-8B79-37D633B846F1}">
                <asvg:svgBlip xmlns:asvg="http://schemas.microsoft.com/office/drawing/2016/SVG/main" r:embed="Rb03e1b0f437d4b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3AF45A-04EC-4E56-8EE0-42399F8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Execução da ação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5B08F1-520A-4B12-955D-4BEF0D0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atividade educativa é realizada com base na escala e nas informações consolidadas.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E6AA69-C994-4B0A-BB50-09A7640A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9C657E-6916-4EA2-9B00-07DB1F8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926AD5-2441-47E0-BBE6-83A09932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279BFC-EB4E-4CC4-8350-4CCE194F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e6d9069ee43ee">
            <a:extLst>
              <a:ext uri="{96DAC541-7B7A-43D3-8B79-37D633B846F1}">
                <asvg:svgBlip xmlns:asvg="http://schemas.microsoft.com/office/drawing/2016/SVG/main" r:embed="Re4ad950ea5cd40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8682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01875C-F7A2-41FB-AA7D-C75429D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Relatório Técnico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4C379C-68B1-4B5F-91C1-77FB24C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Quantitativos, ocorrências, materiais e resultados alimentam indicadores.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AED4C5-C14B-4C7B-B0F5-18BF3C2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431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FB514A-5315-42C8-AC7C-508F148E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908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BD913B-C8F3-488B-A9E6-669C727A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0512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C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76B4AB-6A53-44A8-9D97-493AC53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289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f98bd6f734ae2">
            <a:extLst>
              <a:ext uri="{96DAC541-7B7A-43D3-8B79-37D633B846F1}">
                <asvg:svgBlip xmlns:asvg="http://schemas.microsoft.com/office/drawing/2016/SVG/main" r:embed="R7b9ed72634ea40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72775" y="3733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525FBE-953B-4316-9B08-1CEC9717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00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Pesquisa de satisfação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D1CB95-AEB6-4E12-945A-DDC33AA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57725"/>
            <a:ext cx="144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Após a ação, o formulário é enviado para coletar feedback dos participantes.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1B5DD8-40B6-4D55-AEFB-FDF754B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A">
              <a:alpha val="1764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AC85A1-7CF2-49D3-AA79-BFF6687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14E"/>
                </a:solidFill>
                <a:latin typeface="Aptos"/>
                <a:ea typeface="Aptos"/>
                <a:cs typeface="Aptos"/>
              </a:rPr>
              <a:t>RESULTADO INTEGRADO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658636-921D-4CB5-906D-1F3707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9120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operacionais consistentes e feedback dos participantes apoiam dashboards, estatísticas e decisões de gestão sobre as ações educativas.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68C316B-CB4A-405B-AF52-17171EC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3EA">
                    <a:alpha val="73333"/>
                  </a:srgbClr>
                </a:solidFill>
                <a:latin typeface="Aptos"/>
                <a:ea typeface="Aptos"/>
                <a:cs typeface="Aptos"/>
              </a:rPr>
              <a:t>AGENDA EDUCAÇÃO OLS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D7B3D4-52F1-4D56-B2AE-DB27BA2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42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3EA">
                    <a:alpha val="60000"/>
                  </a:srgbClr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1779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2026-06-10T17:35:43.0730000Z</dcterms:created>
  <dcterms:modified xsi:type="dcterms:W3CDTF">2026-06-10T17:35:43.0730000Z</dcterms:modified>
</coreProperties>
</file>