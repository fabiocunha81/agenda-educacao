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bfd2a1e134ea6" /><Relationship Type="http://schemas.openxmlformats.org/officeDocument/2006/relationships/extended-properties" Target="/docProps/app.xml" Id="R6d51672e649b447a" /><Relationship Type="http://schemas.openxmlformats.org/officeDocument/2006/relationships/officeDocument" Target="/ppt/presentation.xml" Id="Rf1d5054b3e3a4d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69e8cfb8a42b1"/>
  </p:sldMasterIdLst>
  <p:notesMasterIdLst>
    <p:notesMasterId xmlns:r="http://schemas.openxmlformats.org/officeDocument/2006/relationships" r:id="R421441534161451c"/>
  </p:notesMasterIdLst>
  <p:sldIdLst>
    <p:sldId xmlns:r="http://schemas.openxmlformats.org/officeDocument/2006/relationships" id="256" r:id="R543d51cf16ca4b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05da66ba74c6a" /><Relationship Type="http://schemas.openxmlformats.org/officeDocument/2006/relationships/slideMaster" Target="/ppt/slideMasters/slideMaster1.xml" Id="Rfc869e8cfb8a42b1" /><Relationship Type="http://schemas.openxmlformats.org/officeDocument/2006/relationships/notesMaster" Target="/ppt/notesMasters/notesMaster1.xml" Id="R421441534161451c" /><Relationship Type="http://schemas.openxmlformats.org/officeDocument/2006/relationships/presProps" Target="/ppt/presProps.xml" Id="Re00944071573481e" /><Relationship Type="http://schemas.openxmlformats.org/officeDocument/2006/relationships/viewProps" Target="/ppt/viewProps.xml" Id="Re338a80c5ef24e4e" /><Relationship Type="http://schemas.openxmlformats.org/officeDocument/2006/relationships/tableStyles" Target="/ppt/tableStyles.xml" Id="Rb2af28eca551426a" /><Relationship Type="http://schemas.openxmlformats.org/officeDocument/2006/relationships/slide" Target="/ppt/slides/slide1.xml" Id="R543d51cf16ca4b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1c831bf480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8ff6f2cd844ab" /><Relationship Type="http://schemas.openxmlformats.org/officeDocument/2006/relationships/notesMaster" Target="/ppt/notesMasters/notesMaster1.xml" Id="R074a712712794d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a26645055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d153e926042eb" /><Relationship Type="http://schemas.openxmlformats.org/officeDocument/2006/relationships/slideLayout" Target="/ppt/slideLayouts/slideLayout1.xml" Id="R0b72a35e8e724c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2a35e8e724c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148e3cae54a26" /><Relationship Type="http://schemas.openxmlformats.org/officeDocument/2006/relationships/image" Target="/ppt/media/image.png" Id="R04a70af277d74338" /><Relationship Type="http://schemas.openxmlformats.org/officeDocument/2006/relationships/image" Target="/ppt/media/image.svg" Id="Rd9b90591bf8f4492" /><Relationship Type="http://schemas.openxmlformats.org/officeDocument/2006/relationships/image" Target="/ppt/media/image2.png" Id="Rbaaf21113d594c0a" /><Relationship Type="http://schemas.openxmlformats.org/officeDocument/2006/relationships/image" Target="/ppt/media/image2.svg" Id="R76b2be84bf56499e" /><Relationship Type="http://schemas.openxmlformats.org/officeDocument/2006/relationships/image" Target="/ppt/media/image3.png" Id="R431481abc5534462" /><Relationship Type="http://schemas.openxmlformats.org/officeDocument/2006/relationships/image" Target="/ppt/media/image3.svg" Id="R2783d4129f5847b7" /><Relationship Type="http://schemas.openxmlformats.org/officeDocument/2006/relationships/image" Target="/ppt/media/image4.png" Id="Rc3ffc60708cd4dfc" /><Relationship Type="http://schemas.openxmlformats.org/officeDocument/2006/relationships/image" Target="/ppt/media/image4.svg" Id="Rb188d37d6fd84e77" /><Relationship Type="http://schemas.openxmlformats.org/officeDocument/2006/relationships/image" Target="/ppt/media/image5.png" Id="Re6a0e2f0e6154956" /><Relationship Type="http://schemas.openxmlformats.org/officeDocument/2006/relationships/image" Target="/ppt/media/image5.svg" Id="Rd9d80030402946c7" /><Relationship Type="http://schemas.openxmlformats.org/officeDocument/2006/relationships/image" Target="/ppt/media/image6.png" Id="Rb15939d06f1b4c00" /><Relationship Type="http://schemas.openxmlformats.org/officeDocument/2006/relationships/image" Target="/ppt/media/image6.svg" Id="R2a03b7800ebf428c" /><Relationship Type="http://schemas.openxmlformats.org/officeDocument/2006/relationships/notesSlide" Target="/ppt/notesSlides/notesSlide1.xml" Id="Rbe6fa734c44d46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CB16A-5C72-4C7B-89E0-9C0FAC5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2E946-8E55-484E-89EF-B3310E66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61FA0-E1F3-478D-BF2E-D5F687A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394A5-84EA-47D0-B4BE-B8E1989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14711-D6B9-4BED-B2B9-87F49CC2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594A5-728A-4800-9709-58678F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87139-29E7-4E4D-BDFC-6DDB75FE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F5B2B-D0C5-40F0-AAA3-6A16CFBD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29A9-A57F-44CD-B322-8F46614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7BCBE-C927-447B-89A5-D0C3505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F6C6-DD05-46DC-BC8B-D53D05A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D175-5C1D-4D15-B977-1C6A529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8429C-29D5-44F3-957C-D7FB9B9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4F6F7-BFCE-43B8-A9F9-6814D470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CC9C0-5E67-4BA2-A3D2-86A3E4E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E16C-2070-4348-BE91-E246EFA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40316-1538-4DFD-B7EF-422FD6C5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113F6-6EBA-4FEA-9DF1-A4593DB4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68313-E76A-404D-B273-2A2FBE4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F43BC-20F2-4054-8773-3434B934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1C6D3-D320-474A-9809-492A355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4F1BA-6944-4F39-8929-DC3F167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5803B-09E9-4BB6-A67B-42357C3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A656A-4495-41D4-B820-D9D9C54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811A8-DE74-4980-9CD4-CCE193B9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28427-9523-4BD8-82D2-6F0FD665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0820D-4F34-45F5-90E0-131BBA0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8543B-E776-402F-A379-C810B3C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77759-C40F-499A-860D-E04B336E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8D812-EE2F-4C15-A0A0-B966FFE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BD713-B373-455B-95D6-3C3A091B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94762-9864-4B3E-A741-0A7E65CA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DFE03-0F30-4C06-A20B-6531C8D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95A8B-E69C-4C46-BB33-B2C95C1C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AEDF5C-32C0-43A8-9CE7-11834AB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DB0F66C9-F1A1-4A81-AFA4-05A15FA6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FLUXO DA SOLUÇÃO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F87A3-06AB-462C-8D4A-1DE1908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fluxo integra pedido, agenda, relatório e pesquisa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54CB08-AC4A-4496-A32D-1D2292C0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aplicação liga a entrada pública da solicitação à decisão administrativa, à escala operacional, ao registro técnico dos resultados e ao envio da pesquisa de satisfação.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420BD7-C184-45E5-BB72-9817A5C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3A8140-F4E0-4A7B-9B19-2BE24E71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6E040E-D05B-4648-B0FA-4900B3D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37EDF5-14F3-42A2-B0B9-2878DFDC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BA155B-C42A-4CCC-9074-B153BCD3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70af277d74338">
            <a:extLst>
              <a:ext uri="{96DAC541-7B7A-43D3-8B79-37D633B846F1}">
                <asvg:svgBlip xmlns:asvg="http://schemas.microsoft.com/office/drawing/2016/SVG/main" r:embed="Rd9b90591bf8f44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430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F0D50-7E8A-4260-91FF-65FD8FC3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Solicitação pública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9313FE-E464-426C-BBFE-D5A7618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Instituições ou responsáveis registram pedidos por meio de um link público.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454C5C-EBCE-4FB6-8962-1B61F0B5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0FEF4E-C5CC-4742-AC55-BBD642B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D8CBAD-58A0-46CE-9735-B165422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25434E-9070-4396-8798-2DE110E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f21113d594c0a">
            <a:extLst>
              <a:ext uri="{96DAC541-7B7A-43D3-8B79-37D633B846F1}">
                <asvg:svgBlip xmlns:asvg="http://schemas.microsoft.com/office/drawing/2016/SVG/main" r:embed="R76b2be84bf5649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89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AF549A-8D31-448B-B664-2E5BE8E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Análise administrativa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292E01-0856-41DD-8DEB-BE1811DB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equipe avalia aprovação, recusa, reagendamento ou novas datas.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12398E-576F-4F51-B1E0-89DD588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F20AEA-69E6-4C19-9C77-A6B0C39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4D3873-BC7F-4FF7-A863-08B5D9B2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8B69B2-21AC-45DA-87E5-204C1836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481abc5534462">
            <a:extLst>
              <a:ext uri="{96DAC541-7B7A-43D3-8B79-37D633B846F1}">
                <asvg:svgBlip xmlns:asvg="http://schemas.microsoft.com/office/drawing/2016/SVG/main" r:embed="R2783d4129f5847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149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ED5568-0838-453F-B983-7C64FAC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Agenda operacional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61C75E-80B2-4B1F-9D8C-92287C4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 pedido aprovado recebe equipe, chefia, agentes, recursos e materiais.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F6D0E8-C549-4725-8133-F6FA2DD1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0F62A7-A02C-4D91-A906-C56D000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9865BE-741B-4CDE-9BF5-FADCB6F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58FB84-62FF-4AC7-9F72-D99F0BD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fc60708cd4dfc">
            <a:extLst>
              <a:ext uri="{96DAC541-7B7A-43D3-8B79-37D633B846F1}">
                <asvg:svgBlip xmlns:asvg="http://schemas.microsoft.com/office/drawing/2016/SVG/main" r:embed="Rb188d37d6fd84e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62120A-66D3-49F9-910D-4A516B0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Execução da ação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8BF070-B63B-46E9-A8D4-8072E3CE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atividade educativa é realizada com base na escala e nas informações consolidadas.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F38591-0ACF-48E2-B700-BCE14FF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2617F3-BCD8-4081-B003-47E15821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6EF43B-DEC6-491B-9167-EB7899A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488174-C9FF-4620-8E83-DB66204D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0e2f0e6154956">
            <a:extLst>
              <a:ext uri="{96DAC541-7B7A-43D3-8B79-37D633B846F1}">
                <asvg:svgBlip xmlns:asvg="http://schemas.microsoft.com/office/drawing/2016/SVG/main" r:embed="Rd9d80030402946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868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305E5A-2BD1-4A4C-B15D-FD24D80F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BF8C7C-4D61-4894-ABF0-B56D56E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Quantitativos, ocorrências, materiais e resultados alimentam indicadores.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356943-3EF1-4D99-99F4-9B844ED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BC13B7-F5E4-4F56-B344-1BBA058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957FF-46B6-416B-B25D-C376C22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104669-E22A-49E7-BF84-67B7D25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939d06f1b4c00">
            <a:extLst>
              <a:ext uri="{96DAC541-7B7A-43D3-8B79-37D633B846F1}">
                <asvg:svgBlip xmlns:asvg="http://schemas.microsoft.com/office/drawing/2016/SVG/main" r:embed="R2a03b7800ebf42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727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AA3066-EC14-446A-9D74-02235A1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Pesquisa de satisfação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C8E322-787A-40CD-9849-5FBD27C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Após a ação, o formulário é enviado para coletar feedback dos participantes.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52CC52-CAE5-49FC-B488-0CE4A594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1764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C65C2F-0EF7-4E38-8DC5-41921D6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RESULTADO INTEGRADO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8DF470-74B7-4392-8CE3-CAEA9C0B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9120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operacionais consistentes e feedback dos participantes apoiam dashboards, estatísticas e decisões de gestão sobre as ações educativas.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188293-3EE6-45AD-A858-6EE13B6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</p:spTree>
    <p:extLst>
      <p:ext uri="{BB962C8B-B14F-4D97-AF65-F5344CB8AC3E}">
        <p14:creationId xmlns:p14="http://schemas.microsoft.com/office/powerpoint/2010/main" val="1667057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2026-06-10T17:28:21.1430000Z</dcterms:created>
  <dcterms:modified xsi:type="dcterms:W3CDTF">2026-06-10T17:28:21.1430000Z</dcterms:modified>
</coreProperties>
</file>